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109728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27432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0" y="2743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ICLR 2025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4008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Neural Network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Laws with Modularity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ACC1"/>
                </a:solidFill>
              </a:rPr>
              <a:t>Boopathy · Jiang · Yue · Hwang · Iyer · Fiete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Massachusetts Institute of Technology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749040"/>
            <a:ext cx="7772400" cy="6858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490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Modular NNs reduce sample complexity from exponential → constant in task dimensionality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akhilanb.github.io/breaking-scaling-laws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Problem: Curse of Dimensionality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65C0"/>
                </a:solidFill>
              </a:rPr>
              <a:t>Standard Scaling Laws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39319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</a:rPr>
              <a:t>Testing loss follows a power-law with dataset size n and parameter count 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</a:rPr>
              <a:t>Sample complexity scales exponentially with intrinsic task dimensionality 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</a:rPr>
              <a:t>For m-dimensional tasks: need ~Ω²ᵐ training samples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</a:rPr>
              <a:t>High-dimensional problems may be practically intractable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97680" cy="34747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9144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Key Question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155448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How can we generalize on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high-dimensional problems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with limited training data?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754880" y="2926080"/>
            <a:ext cx="3931920" cy="1280160"/>
          </a:xfrm>
          <a:prstGeom prst="rect">
            <a:avLst/>
          </a:prstGeom>
          <a:solidFill>
            <a:srgbClr val="0D2137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92608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CC1"/>
                </a:solidFill>
              </a:rPr>
              <a:t>Answer: Exploit the modular structure of real-world tasks!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Prior work: Kaplan et al. 2020, McRae et al. 2020, Sharma &amp; Kaplan 2022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Theoretical Model of NN Generalization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Model Setup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• Treat NN learning as </a:t>
            </a:r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linear regression </a:t>
            </a:r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on random Gaussian features φ(x) ∈ ℝ^(d×P), P→∞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• Target: y(x) = φ(x)W, model: ŷ(x) = φ(x)[I;0]θ with p parameters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• Covariance λᵢ = c[i^(−Ω^(−m)) − (i+1)^(−Ω^(−m))] → effective dimensions scale as Ω^(2m)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8595360" cy="1508760"/>
          </a:xfrm>
          <a:prstGeom prst="rect">
            <a:avLst/>
          </a:prstGeom>
          <a:solidFill>
            <a:srgbClr val="EFF8FF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Theorem 1 — Expected Test Loss (Monolithic NN)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1628"/>
                </a:solidFill>
              </a:rPr>
              <a:t>𝔼[|y(x) − ŷ(x)|²] = d·Tr(Λ₂)·F(dn,p) − d·min(dn,p)/p · Tr(Λ₁) + d·Tr(Λ)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Key result: Sample complexity scales exponentially with m (task dimensionality)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4023360"/>
            <a:ext cx="2834640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40233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Double Descent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437083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Training loss = 0 for p≥n.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Test loss spikes at p=n then falls.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4023360"/>
            <a:ext cx="2834640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46120" y="40233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Interpolation Threshold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437083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Clear threshold at p = dn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Matches empirical observations.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4023360"/>
            <a:ext cx="2834640" cy="9144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40233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Dimension Curse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437083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Test error grows with m.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 required ∝ exponential(m).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Modular Neural Networks — The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Modular Architecture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09728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 ∈ ℝᵐ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325880"/>
            <a:ext cx="914400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325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Û₁ᵀx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1371600"/>
            <a:ext cx="82296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3716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ŷ1(·)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0" y="2103120"/>
            <a:ext cx="914400" cy="5486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2103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Û₂ᵀx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2148840"/>
            <a:ext cx="822960" cy="4572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148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ŷ2(·)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0" y="2880360"/>
            <a:ext cx="9144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28803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Ûₖᵀx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2926080"/>
            <a:ext cx="82296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29260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ŷ3(·)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28800" y="3337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</a:rPr>
              <a:t>⋮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657600" y="24688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</a:rPr>
              <a:t>Σ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5760" y="4114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1628"/>
                </a:solidFill>
              </a:rPr>
              <a:t>ŷ(x) = (1/√K) Σⱼ ŷⱼ(ÛⱼᵀX)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822960"/>
            <a:ext cx="4297680" cy="2011680"/>
          </a:xfrm>
          <a:prstGeom prst="rect">
            <a:avLst/>
          </a:prstGeom>
          <a:solidFill>
            <a:srgbClr val="EFF8FF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868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Theorem 2 — Modular NN Test Loss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12618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When module inputs have bottleneck dimension b &lt;&lt; m: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</a:rPr>
              <a:t>Tr(Λ̄₂) is independent of 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54880" y="193852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→ Training loss does not depend on 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</a:rPr>
              <a:t>→ Sample complexity is INDEPENDENT of task dimension!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2971800"/>
            <a:ext cx="4297680" cy="1920240"/>
          </a:xfrm>
          <a:prstGeom prst="rect">
            <a:avLst/>
          </a:prstGeom>
          <a:solidFill>
            <a:srgbClr val="0A1628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0175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Sample Complexity Comparison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3429000"/>
            <a:ext cx="214884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Architecture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12280" y="3429000"/>
            <a:ext cx="2148840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12280" y="34290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Sample Complexity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886200"/>
            <a:ext cx="2148840" cy="457200"/>
          </a:xfrm>
          <a:prstGeom prst="rect">
            <a:avLst/>
          </a:prstGeom>
          <a:solidFill>
            <a:srgbClr val="1A2A3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8862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Monolithic NN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12280" y="3886200"/>
            <a:ext cx="2148840" cy="457200"/>
          </a:xfrm>
          <a:prstGeom prst="rect">
            <a:avLst/>
          </a:prstGeom>
          <a:solidFill>
            <a:srgbClr val="1A2A3A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12280" y="38862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∝ exp(m)  ← catastrophic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4343400"/>
            <a:ext cx="214884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4343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Modular NN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12280" y="4343400"/>
            <a:ext cx="214884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12280" y="434340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O(1) in m  ← constant!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Novel Modular Learning Rule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Problem: Architectural modularity alone is insufficient — gradient descent fails to exploit it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0" cy="45720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Kernel Construction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Define module-conditional kernel κ(x₁,x₂;Ûᵢ). For sine task: captures projection-direction sensitivity. For CIFAR-10: RBF kernel on projected inputs.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301752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3108960"/>
            <a:ext cx="457200" cy="45720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108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Minimize Norm Objective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566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Optimize Ûᵢ to minimize ∑‖θᵢ‖² = y(X)ᵀ K⁻¹ y(X). Intuition: correct projections make data easier to interpolate → smaller θ norms.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132588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417320"/>
            <a:ext cx="457200" cy="45720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49240" y="1417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Find K Module Projections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18745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Repeat K times with different random initializations. Each run finds one module projection direction Ûᵢ via gradient descent.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108960"/>
            <a:ext cx="457200" cy="457200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31089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Finetune on Task Loss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566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Initialize all module parameters with found Ûᵢ, then train with standard gradient descent on the task objective.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EFF8FF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65C0"/>
                </a:solidFill>
              </a:rPr>
              <a:t>Key advantage: Works for any modular architecture of the form ∑ⱼ ŷⱼ(x;Ûⱼ) — linear or nonlinear projections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Experimental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Sine Wave Regression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17904"/>
            <a:ext cx="914400" cy="18653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4290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Monolithic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(dim 5)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8930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85%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2022653"/>
            <a:ext cx="914400" cy="1360627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34290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Modular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Baseline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83080" y="1794053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62%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2768803"/>
            <a:ext cx="914400" cy="614477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4290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Our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A1628"/>
                </a:solidFill>
              </a:rPr>
              <a:t>Method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017520" y="2540203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28%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35661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114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Relative sample complexity (lower is better)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434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✓ Our method substantially reduces data needed as dimensions grow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822960"/>
            <a:ext cx="42976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8229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Compositional CIFAR-10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1371600"/>
            <a:ext cx="1033272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371600"/>
            <a:ext cx="1033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Method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42432" y="1371600"/>
            <a:ext cx="1033272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2432" y="1371600"/>
            <a:ext cx="1033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Standard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75704" y="1371600"/>
            <a:ext cx="1033272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75704" y="1371600"/>
            <a:ext cx="1033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OOD Combo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808976" y="1371600"/>
            <a:ext cx="1033272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08976" y="1371600"/>
            <a:ext cx="1033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Noisy (σ=1)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1920240"/>
            <a:ext cx="1033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920240"/>
            <a:ext cx="1033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Monolithic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742432" y="1920240"/>
            <a:ext cx="1033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1920240"/>
            <a:ext cx="1033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42.9%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75704" y="1920240"/>
            <a:ext cx="1033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75704" y="1920240"/>
            <a:ext cx="1033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42.6%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808976" y="1920240"/>
            <a:ext cx="1033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08976" y="1920240"/>
            <a:ext cx="1033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39.5%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2468880"/>
            <a:ext cx="1033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468880"/>
            <a:ext cx="1033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Mod. Baseline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42432" y="2468880"/>
            <a:ext cx="1033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42432" y="2468880"/>
            <a:ext cx="1033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45.7%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75704" y="2468880"/>
            <a:ext cx="1033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75704" y="2468880"/>
            <a:ext cx="1033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45.3%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808976" y="2468880"/>
            <a:ext cx="10332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08976" y="2468880"/>
            <a:ext cx="1033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43.1%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3017520"/>
            <a:ext cx="1033272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3017520"/>
            <a:ext cx="1033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Our Method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742432" y="3017520"/>
            <a:ext cx="1033272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42432" y="3017520"/>
            <a:ext cx="1033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50.5%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75704" y="3017520"/>
            <a:ext cx="1033272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75704" y="3017520"/>
            <a:ext cx="1033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49.9%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808976" y="3017520"/>
            <a:ext cx="1033272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08976" y="3017520"/>
            <a:ext cx="1033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47.0%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663440" y="370332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Our method consistently leads across all evaluation settings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63440" y="41148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Performance advantage persists even at higher dimensionality (more images)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663440" y="46634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Combinatorial OOD: training/test sets have disjoint class combinations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It Works: Module Alignment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94360"/>
          </a:xfrm>
          <a:prstGeom prst="rect">
            <a:avLst/>
          </a:prstGeom>
          <a:solidFill>
            <a:srgbClr val="EFF8FF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Core claim: Our learned module projections Û closely align with the TRUE task modules U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2834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54480"/>
            <a:ext cx="283464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t-SNE Visualization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Learned module directions (right) cluster tightly around true modules. Random init (left) shows no structure. Our method (right) aligns without any task training.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834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554480"/>
            <a:ext cx="283464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Cosine Similarity Score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103120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Average cosine similarity between learned Û and target U rises monotonically during our initialization procedure — far exceeding random initialization baseline.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8346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54480"/>
            <a:ext cx="283464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54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CIFAR-10 Weight Viz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651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Our method makes each module sensitive to exactly ONE component image before any task training. Baseline requires full training to achieve similar specialization.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892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Ablation: Our init ≈ ground-truth module directions. Allowing Û to adapt further improves performance.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Implications &amp; Future 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977640" cy="15544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⚡  Attention &amp; Transformers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Self-attention may owe its success to implicitly learning modular substructures of high-dimensional inputs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3977640" cy="15544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🔀  Mixture of Experts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MoE routing mechanisms that process low-dimensional inputs are predicted to generalize better — aligns with empirical gains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3977640" cy="15544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88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🤖  Robotics &amp; RL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High-dimensional modular tasks (multi-sensor, multi-task RL) are where modularity provides the most benefit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697480"/>
            <a:ext cx="3977640" cy="155448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7889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🎯  Better Optimization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324612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Future work: go beyond naive gradient descent for modular architectures to fully unlock theoretical benefits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Takeaway: Modularity can break the exponential curse of dimensionality — but only if properly leveraged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914400" y="1051560"/>
            <a:ext cx="731520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0515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📐  Proved that monolithic NNs require exponentially many samples with task dimension 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731520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2024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Proved modular NNs achieve constant sample complexity independent of m — first explicit non-asymptotic result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788920"/>
            <a:ext cx="731520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8892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🔧  Proposed kernel-based learning rule that finds true task modules before any task training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solidFill>
            <a:srgbClr val="0D2137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65760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📊  Validated on sine-wave regression &amp; Compositional CIFAR-10: superior in- and out-of-distribution generalization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617720"/>
            <a:ext cx="73152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617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github.com/AkhilanB/breaking-scaling-laws  |  ICLR 2025  |  arXiv:2409.05780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Breaking Neural Network Scaling Laws with Modularity</dc:title>
  <dc:subject>PptxGenJS Presentation</dc:subject>
  <dc:creator>PptxGenJS</dc:creator>
  <cp:lastModifiedBy>PptxGenJS</cp:lastModifiedBy>
  <cp:revision>1</cp:revision>
  <dcterms:created xsi:type="dcterms:W3CDTF">2026-05-16T08:30:49Z</dcterms:created>
  <dcterms:modified xsi:type="dcterms:W3CDTF">2026-05-16T08:30:49Z</dcterms:modified>
</cp:coreProperties>
</file>